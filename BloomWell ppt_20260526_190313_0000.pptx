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836826" cy="10287000"/>
          </a:xfrm>
          <a:custGeom>
            <a:avLst/>
            <a:gdLst/>
            <a:ahLst/>
            <a:cxnLst/>
            <a:rect r="r" b="b" t="t" l="l"/>
            <a:pathLst>
              <a:path h="10287000" w="18836826">
                <a:moveTo>
                  <a:pt x="0" y="0"/>
                </a:moveTo>
                <a:lnTo>
                  <a:pt x="18836826" y="0"/>
                </a:lnTo>
                <a:lnTo>
                  <a:pt x="188368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500878"/>
            <a:ext cx="18288000" cy="11288757"/>
          </a:xfrm>
          <a:custGeom>
            <a:avLst/>
            <a:gdLst/>
            <a:ahLst/>
            <a:cxnLst/>
            <a:rect r="r" b="b" t="t" l="l"/>
            <a:pathLst>
              <a:path h="11288757" w="18288000">
                <a:moveTo>
                  <a:pt x="0" y="0"/>
                </a:moveTo>
                <a:lnTo>
                  <a:pt x="18288000" y="0"/>
                </a:lnTo>
                <a:lnTo>
                  <a:pt x="18288000" y="11288756"/>
                </a:lnTo>
                <a:lnTo>
                  <a:pt x="0" y="11288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77" r="0" b="-7073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2941" y="0"/>
            <a:ext cx="15976359" cy="10287000"/>
          </a:xfrm>
          <a:custGeom>
            <a:avLst/>
            <a:gdLst/>
            <a:ahLst/>
            <a:cxnLst/>
            <a:rect r="r" b="b" t="t" l="l"/>
            <a:pathLst>
              <a:path h="10287000" w="15976359">
                <a:moveTo>
                  <a:pt x="0" y="0"/>
                </a:moveTo>
                <a:lnTo>
                  <a:pt x="15976359" y="0"/>
                </a:lnTo>
                <a:lnTo>
                  <a:pt x="1597635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592" r="0" b="-2592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514350"/>
            <a:ext cx="19056414" cy="11315700"/>
          </a:xfrm>
          <a:custGeom>
            <a:avLst/>
            <a:gdLst/>
            <a:ahLst/>
            <a:cxnLst/>
            <a:rect r="r" b="b" t="t" l="l"/>
            <a:pathLst>
              <a:path h="11315700" w="19056414">
                <a:moveTo>
                  <a:pt x="0" y="0"/>
                </a:moveTo>
                <a:lnTo>
                  <a:pt x="19056414" y="0"/>
                </a:lnTo>
                <a:lnTo>
                  <a:pt x="19056414" y="11315700"/>
                </a:lnTo>
                <a:lnTo>
                  <a:pt x="0" y="11315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3" t="0" r="-353" b="-8448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312773"/>
            <a:ext cx="18288000" cy="10912546"/>
          </a:xfrm>
          <a:custGeom>
            <a:avLst/>
            <a:gdLst/>
            <a:ahLst/>
            <a:cxnLst/>
            <a:rect r="r" b="b" t="t" l="l"/>
            <a:pathLst>
              <a:path h="10912546" w="18288000">
                <a:moveTo>
                  <a:pt x="0" y="0"/>
                </a:moveTo>
                <a:lnTo>
                  <a:pt x="18288000" y="0"/>
                </a:lnTo>
                <a:lnTo>
                  <a:pt x="18288000" y="10912546"/>
                </a:lnTo>
                <a:lnTo>
                  <a:pt x="0" y="10912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27" r="0" b="-6959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740" r="0" b="-674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147" t="0" r="-5147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28" t="0" r="-4028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23" t="0" r="-423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DAHKxYL3HoM</dc:identifier>
  <dcterms:modified xsi:type="dcterms:W3CDTF">2011-08-01T06:04:30Z</dcterms:modified>
  <cp:revision>1</cp:revision>
  <dc:title>BloomWell ppt</dc:title>
</cp:coreProperties>
</file>